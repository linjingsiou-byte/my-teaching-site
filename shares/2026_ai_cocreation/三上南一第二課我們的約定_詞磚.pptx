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2011680" cy="640080"/>
          </a:xfrm>
          <a:prstGeom prst="roundRect">
            <a:avLst/>
          </a:prstGeom>
          <a:solidFill>
            <a:srgbClr val="56B4E9"/>
          </a:solidFill>
          <a:ln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我們的約定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011680" cy="640080"/>
          </a:xfrm>
          <a:prstGeom prst="roundRect">
            <a:avLst/>
          </a:prstGeom>
          <a:solidFill>
            <a:srgbClr val="F5C242"/>
          </a:solidFill>
          <a:ln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約定的原因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011680" cy="640080"/>
          </a:xfrm>
          <a:prstGeom prst="roundRect">
            <a:avLst/>
          </a:prstGeom>
          <a:solidFill>
            <a:srgbClr val="F5C242"/>
          </a:solidFill>
          <a:ln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約定的經過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2011680" cy="640080"/>
          </a:xfrm>
          <a:prstGeom prst="roundRect">
            <a:avLst/>
          </a:prstGeom>
          <a:solidFill>
            <a:srgbClr val="F5C242"/>
          </a:solidFill>
          <a:ln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約定的結果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457200"/>
            <a:ext cx="2011680" cy="640080"/>
          </a:xfrm>
          <a:prstGeom prst="roundRect">
            <a:avLst/>
          </a:prstGeom>
          <a:solidFill>
            <a:srgbClr val="5CB85C"/>
          </a:solidFill>
          <a:ln>
            <a:solidFill>
              <a:srgbClr val="5C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457200"/>
            <a:ext cx="2011680" cy="640080"/>
          </a:xfrm>
          <a:prstGeom prst="roundRect">
            <a:avLst/>
          </a:prstGeom>
          <a:solidFill>
            <a:srgbClr val="5CB85C"/>
          </a:solidFill>
          <a:ln>
            <a:solidFill>
              <a:srgbClr val="5C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事情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371600"/>
            <a:ext cx="2011680" cy="640080"/>
          </a:xfrm>
          <a:prstGeom prst="roundRect">
            <a:avLst/>
          </a:prstGeom>
          <a:solidFill>
            <a:srgbClr val="5CB85C"/>
          </a:solidFill>
          <a:ln>
            <a:solidFill>
              <a:srgbClr val="5C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同意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371600"/>
            <a:ext cx="2011680" cy="640080"/>
          </a:xfrm>
          <a:prstGeom prst="roundRect">
            <a:avLst/>
          </a:prstGeom>
          <a:solidFill>
            <a:srgbClr val="5CB85C"/>
          </a:solidFill>
          <a:ln>
            <a:solidFill>
              <a:srgbClr val="5C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主持人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286000"/>
            <a:ext cx="2011680" cy="640080"/>
          </a:xfrm>
          <a:prstGeom prst="roundRect">
            <a:avLst/>
          </a:prstGeom>
          <a:solidFill>
            <a:srgbClr val="5CB85C"/>
          </a:solidFill>
          <a:ln>
            <a:solidFill>
              <a:srgbClr val="5C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會議中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286000"/>
            <a:ext cx="2011680" cy="640080"/>
          </a:xfrm>
          <a:prstGeom prst="roundRect">
            <a:avLst/>
          </a:prstGeom>
          <a:solidFill>
            <a:srgbClr val="5CB85C"/>
          </a:solidFill>
          <a:ln>
            <a:solidFill>
              <a:srgbClr val="5C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訂定9個約定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3200400"/>
            <a:ext cx="2011680" cy="640080"/>
          </a:xfrm>
          <a:prstGeom prst="roundRect">
            <a:avLst/>
          </a:prstGeom>
          <a:solidFill>
            <a:srgbClr val="5CB85C"/>
          </a:solidFill>
          <a:ln>
            <a:solidFill>
              <a:srgbClr val="5C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公告地點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200400"/>
            <a:ext cx="2011680" cy="640080"/>
          </a:xfrm>
          <a:prstGeom prst="roundRect">
            <a:avLst/>
          </a:prstGeom>
          <a:solidFill>
            <a:srgbClr val="5CB85C"/>
          </a:solidFill>
          <a:ln>
            <a:solidFill>
              <a:srgbClr val="5C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提醒大家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4114800"/>
            <a:ext cx="2011680" cy="640080"/>
          </a:xfrm>
          <a:prstGeom prst="roundRect">
            <a:avLst/>
          </a:prstGeom>
          <a:solidFill>
            <a:srgbClr val="5CB85C"/>
          </a:solidFill>
          <a:ln>
            <a:solidFill>
              <a:srgbClr val="5C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同學反應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4114800"/>
            <a:ext cx="2011680" cy="640080"/>
          </a:xfrm>
          <a:prstGeom prst="roundRect">
            <a:avLst/>
          </a:prstGeom>
          <a:solidFill>
            <a:srgbClr val="5CB85C"/>
          </a:solidFill>
          <a:ln>
            <a:solidFill>
              <a:srgbClr val="5C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小豆子承諾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5720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開學不到幾天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45720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狀紙堆滿桌面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23444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訂定班級公約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23444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班長小惠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01168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大家發言熱烈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201168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小豆子辛苦記錄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278892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上學到校要準時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278892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教室走廊慢慢走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356616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上下樓梯請慢走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356616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想要發言先舉手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434340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對人有禮常微笑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434340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常用肥皂洗洗手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512064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上課認真不聊天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512064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三餐定量不挑食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589788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眼睛休息不忘記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589788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教室裡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667512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遵守約定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60" y="667512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幾家歡樂幾家愁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7452360"/>
            <a:ext cx="2011680" cy="640080"/>
          </a:xfrm>
          <a:prstGeom prst="roundRect">
            <a:avLst/>
          </a:prstGeom>
          <a:solidFill>
            <a:srgbClr val="5BC0DE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微軟正黑體"/>
              </a:rPr>
              <a:t>會努力做到自己管好自己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